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STUDENT QUERY AI CHATBOT</a:t>
            </a:r>
          </a:p>
          <a:p>
            <a:pPr algn="ctr">
              <a:defRPr sz="2000">
                <a:solidFill>
                  <a:srgbClr val="6366F1"/>
                </a:solidFill>
              </a:defRPr>
            </a:pPr>
            <a:r>
              <a:t>Natural Language Processing (NLP) &amp; Rule-Based Intent Matching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Minor Project Viva &amp;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❌ Existing Challenges</a:t>
            </a:r>
            <a:br/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Helpdesks flooded with repetitive administrative inquiries.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Long student wait times during admission peak periods.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Manual response handling is inefficient and costly.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Commercial LLM APIs (GPT-4) can be expensive and prone to hallucination.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🎯 Project Objectives</a:t>
            </a:r>
            <a:br/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Develop an offline-capable Python NLP Chatbot.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Implement TF-IDF &amp; Cosine Similarity for confidence scoring.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Pre-load dataset covering Courses, Fees, Timings, Contact, Admissions, Hostels.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Build interactive dual interfaces: Terminal CLI and Web Dashboard.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Provide explicit exit controls ('exit', 'quit', 'bye').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1. User Query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Input string from CLI or Web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2. Preprocessing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NLTK lowercasing, tokenization &amp; lemmatization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3. TF-IDF Matrix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Feature extraction &amp; English stop words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4. Cosine Similarity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Calculate similarity score vs pattern vectors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5. Output Response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Display response, confidence badge &amp; followups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Experimental Results &amp; Model Evaluation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389120"/>
          </a:xfrm>
          <a:prstGeom prst="rect">
            <a:avLst/>
          </a:prstGeom>
        </p:spPr>
      </p:pic>
      <p:pic>
        <p:nvPicPr>
          <p:cNvPr id="4" name="Picture 3" descr="accurac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45920"/>
            <a:ext cx="7524206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✅ Fully Functional Student Assistant: Resolves queries across 8 major academic categories.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✅ High Matching Accuracy: Achieved 94.0% accuracy and 96.84% F1-score.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✅ Ultra-Low Latency: Response processing completed in &lt; 5ms.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✅ Dual Interface Deployment: Console CLI (`cli_chatbot.py`) + Flask Web App (`app.py` / `index.html`).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</a:defRPr>
            </a:pPr>
            <a:r>
              <a:t>✅ Offline Resilience: Embedded client-side JS matching ensures interactive availability even without Flask.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